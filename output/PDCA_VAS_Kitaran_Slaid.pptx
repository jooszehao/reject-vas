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10896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KITARAN PDCA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993185" y="1554480"/>
            <a:ext cx="4206240" cy="4206240"/>
          </a:xfrm>
          <a:prstGeom prst="pie">
            <a:avLst>
              <a:gd name="adj1" fmla="val 16800000"/>
              <a:gd name="adj2" fmla="val 21000000"/>
            </a:avLst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3993185" y="1554480"/>
            <a:ext cx="4206240" cy="4206240"/>
          </a:xfrm>
          <a:prstGeom prst="pie">
            <a:avLst>
              <a:gd name="adj1" fmla="val 600000"/>
              <a:gd name="adj2" fmla="val 4800000"/>
            </a:avLst>
          </a:prstGeom>
          <a:solidFill>
            <a:srgbClr val="00A896"/>
          </a:solidFill>
          <a:ln/>
        </p:spPr>
      </p:sp>
      <p:sp>
        <p:nvSpPr>
          <p:cNvPr id="5" name="Shape 3"/>
          <p:cNvSpPr/>
          <p:nvPr/>
        </p:nvSpPr>
        <p:spPr>
          <a:xfrm>
            <a:off x="3993185" y="1554480"/>
            <a:ext cx="4206240" cy="4206240"/>
          </a:xfrm>
          <a:prstGeom prst="pie">
            <a:avLst>
              <a:gd name="adj1" fmla="val 6000000"/>
              <a:gd name="adj2" fmla="val 10200000"/>
            </a:avLst>
          </a:prstGeom>
          <a:solidFill>
            <a:srgbClr val="E08A3C"/>
          </a:solidFill>
          <a:ln/>
        </p:spPr>
      </p:sp>
      <p:sp>
        <p:nvSpPr>
          <p:cNvPr id="6" name="Shape 4"/>
          <p:cNvSpPr/>
          <p:nvPr/>
        </p:nvSpPr>
        <p:spPr>
          <a:xfrm>
            <a:off x="3993185" y="1554480"/>
            <a:ext cx="4206240" cy="4206240"/>
          </a:xfrm>
          <a:prstGeom prst="pie">
            <a:avLst>
              <a:gd name="adj1" fmla="val 11400000"/>
              <a:gd name="adj2" fmla="val 15600000"/>
            </a:avLst>
          </a:prstGeom>
          <a:solidFill>
            <a:srgbClr val="083F49"/>
          </a:solidFill>
          <a:ln/>
        </p:spPr>
      </p:sp>
      <p:sp>
        <p:nvSpPr>
          <p:cNvPr id="7" name="Shape 5"/>
          <p:cNvSpPr/>
          <p:nvPr/>
        </p:nvSpPr>
        <p:spPr>
          <a:xfrm>
            <a:off x="5090465" y="2651760"/>
            <a:ext cx="2011680" cy="20116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227625" y="2788920"/>
            <a:ext cx="1737360" cy="1737360"/>
          </a:xfrm>
          <a:prstGeom prst="ellipse">
            <a:avLst/>
          </a:prstGeom>
          <a:solidFill>
            <a:srgbClr val="083F49"/>
          </a:solidFill>
          <a:ln/>
        </p:spPr>
      </p:sp>
      <p:sp>
        <p:nvSpPr>
          <p:cNvPr id="9" name="Shape 7"/>
          <p:cNvSpPr/>
          <p:nvPr/>
        </p:nvSpPr>
        <p:spPr>
          <a:xfrm rot="10560000">
            <a:off x="7253806" y="3274845"/>
            <a:ext cx="786384" cy="548640"/>
          </a:xfrm>
          <a:prstGeom prst="triangle">
            <a:avLst/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 rot="15960000">
            <a:off x="5811548" y="4933973"/>
            <a:ext cx="786384" cy="548640"/>
          </a:xfrm>
          <a:prstGeom prst="triangle">
            <a:avLst/>
          </a:prstGeom>
          <a:solidFill>
            <a:srgbClr val="00A896"/>
          </a:solidFill>
          <a:ln/>
        </p:spPr>
      </p:sp>
      <p:sp>
        <p:nvSpPr>
          <p:cNvPr id="11" name="Shape 9"/>
          <p:cNvSpPr/>
          <p:nvPr/>
        </p:nvSpPr>
        <p:spPr>
          <a:xfrm rot="21360000">
            <a:off x="4152419" y="3491715"/>
            <a:ext cx="786384" cy="548640"/>
          </a:xfrm>
          <a:prstGeom prst="triangle">
            <a:avLst/>
          </a:prstGeom>
          <a:solidFill>
            <a:srgbClr val="E08A3C"/>
          </a:solidFill>
          <a:ln/>
        </p:spPr>
      </p:sp>
      <p:sp>
        <p:nvSpPr>
          <p:cNvPr id="12" name="Shape 10"/>
          <p:cNvSpPr/>
          <p:nvPr/>
        </p:nvSpPr>
        <p:spPr>
          <a:xfrm rot="5160000">
            <a:off x="5594678" y="1832587"/>
            <a:ext cx="786384" cy="548640"/>
          </a:xfrm>
          <a:prstGeom prst="triangle">
            <a:avLst/>
          </a:prstGeom>
          <a:solidFill>
            <a:srgbClr val="083F49"/>
          </a:solidFill>
          <a:ln/>
        </p:spPr>
      </p:sp>
      <p:sp>
        <p:nvSpPr>
          <p:cNvPr id="13" name="Text 11"/>
          <p:cNvSpPr/>
          <p:nvPr/>
        </p:nvSpPr>
        <p:spPr>
          <a:xfrm>
            <a:off x="6542017" y="21694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542017" y="25992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42017" y="443249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42017" y="48622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Laksana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78993" y="443249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278993" y="48622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78993" y="21694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278993" y="25992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Tindak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81905" y="2944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9A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MENINGKATKAN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81905" y="318211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VAS%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181905" y="37856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  →  65%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181905" y="4096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9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sasaran hospital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58200" y="96012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Asas 36.8%</a:t>
            </a:r>
            <a:endParaRPr lang="en-US" sz="1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Sasaran 65%</a:t>
            </a:r>
            <a:endParaRPr lang="en-US" sz="1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Hipotesis: terlalu bergantung UMP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311896" y="1161288"/>
            <a:ext cx="45720" cy="96926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443484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Pelbagaikan servis</a:t>
            </a:r>
            <a:endParaRPr lang="en-US" sz="1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eSyms · FPL · IDTF</a:t>
            </a:r>
            <a:endParaRPr lang="en-US" sz="1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lokar ubat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311896" y="4636008"/>
            <a:ext cx="45720" cy="969264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443484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VAS% naik ke 54.3%</a:t>
            </a:r>
            <a:endParaRPr lang="en-US" sz="1400" dirty="0"/>
          </a:p>
          <a:p>
            <a:pPr algn="r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Kajian penolakan VAS</a:t>
            </a:r>
            <a:endParaRPr lang="en-US" sz="1400" dirty="0"/>
          </a:p>
          <a:p>
            <a:pPr algn="r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Kelemahan dikenal pasti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849624" y="4636008"/>
            <a:ext cx="45720" cy="969264"/>
          </a:xfrm>
          <a:prstGeom prst="roundRect">
            <a:avLst>
              <a:gd name="adj" fmla="val 50000"/>
            </a:avLst>
          </a:prstGeom>
          <a:solidFill>
            <a:srgbClr val="E08A3C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96012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Kekalkan promosi &amp; servis sedia ada</a:t>
            </a:r>
            <a:endParaRPr lang="en-US" sz="1400" dirty="0"/>
          </a:p>
          <a:p>
            <a:pPr algn="r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 inovasi servis baharu</a:t>
            </a:r>
            <a:endParaRPr lang="en-US" sz="1400" dirty="0"/>
          </a:p>
          <a:p>
            <a:pPr algn="r"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3E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Borang pengesahan penolakan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849624" y="1161288"/>
            <a:ext cx="45720" cy="969264"/>
          </a:xfrm>
          <a:prstGeom prst="roundRect">
            <a:avLst>
              <a:gd name="adj" fmla="val 50000"/>
            </a:avLst>
          </a:prstGeom>
          <a:solidFill>
            <a:srgbClr val="083F49"/>
          </a:solidFill>
          <a:ln/>
        </p:spPr>
      </p:sp>
      <p:sp>
        <p:nvSpPr>
          <p:cNvPr id="33" name="Text 31"/>
          <p:cNvSpPr/>
          <p:nvPr/>
        </p:nvSpPr>
        <p:spPr>
          <a:xfrm>
            <a:off x="0" y="6236208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9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Farmasi Klinik Pesakit Luar, HSIS  ·  Okt 2025 – Jun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Kitaran PDCA — Peningkatan VAS%</dc:title>
  <dc:subject>PptxGenJS Presentation</dc:subject>
  <dc:creator>Unit Farmasi Pesakit Luar, HSIS</dc:creator>
  <cp:lastModifiedBy>Unit Farmasi Pesakit Luar, HSIS</cp:lastModifiedBy>
  <cp:revision>1</cp:revision>
  <dcterms:created xsi:type="dcterms:W3CDTF">2026-09-18T10:08:45Z</dcterms:created>
  <dcterms:modified xsi:type="dcterms:W3CDTF">2026-09-18T10:08:45Z</dcterms:modified>
</cp:coreProperties>
</file>