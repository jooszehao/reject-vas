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310896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0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KITARAN PDCA</a:t>
            </a:r>
            <a:endParaRPr lang="en-US" sz="2400" dirty="0"/>
          </a:p>
        </p:txBody>
      </p:sp>
      <p:pic>
        <p:nvPicPr>
          <p:cNvPr id="3" name="Image 0" descr="/home/user/Reject-VAS/output/pdca_gela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18865" y="1280160"/>
            <a:ext cx="4754880" cy="47548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554489" y="218443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554489" y="253190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Rancang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554489" y="456384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554489" y="49113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Laksana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175080" y="456384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4175080" y="49113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Semak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175080" y="218443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175080" y="253190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Tindak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181905" y="296265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9AD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MENINGKATKAN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181905" y="3209544"/>
            <a:ext cx="1828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VAS%</a:t>
            </a:r>
            <a:endParaRPr lang="en-US" sz="3600" dirty="0"/>
          </a:p>
        </p:txBody>
      </p:sp>
      <p:sp>
        <p:nvSpPr>
          <p:cNvPr id="14" name="Text 11"/>
          <p:cNvSpPr/>
          <p:nvPr/>
        </p:nvSpPr>
        <p:spPr>
          <a:xfrm>
            <a:off x="5181905" y="380390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36.8%  →  65%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5181905" y="41513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C9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sasaran hospital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41080" y="96012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400" dirty="0">
                <a:solidFill>
                  <a:srgbClr val="3E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Asas 36.8%</a:t>
            </a:r>
            <a:endParaRPr lang="en-US" sz="1400" dirty="0"/>
          </a:p>
          <a:p>
            <a:pPr algn="l" indent="0" marL="0">
              <a:lnSpc>
                <a:spcPts val="3000"/>
              </a:lnSpc>
              <a:buNone/>
            </a:pPr>
            <a:r>
              <a:rPr lang="en-US" sz="1400" dirty="0">
                <a:solidFill>
                  <a:srgbClr val="3E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Sasaran 65%</a:t>
            </a:r>
            <a:endParaRPr lang="en-US" sz="1400" dirty="0"/>
          </a:p>
          <a:p>
            <a:pPr algn="l" indent="0" marL="0">
              <a:lnSpc>
                <a:spcPts val="3000"/>
              </a:lnSpc>
              <a:buNone/>
            </a:pPr>
            <a:r>
              <a:rPr lang="en-US" sz="1400" dirty="0">
                <a:solidFill>
                  <a:srgbClr val="3E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Hipotesis: terlalu bergantung UMP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8494776" y="1161288"/>
            <a:ext cx="45720" cy="96926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18" name="Text 15"/>
          <p:cNvSpPr/>
          <p:nvPr/>
        </p:nvSpPr>
        <p:spPr>
          <a:xfrm>
            <a:off x="8641080" y="443484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400" dirty="0">
                <a:solidFill>
                  <a:srgbClr val="3E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Pelbagaikan servis</a:t>
            </a:r>
            <a:endParaRPr lang="en-US" sz="1400" dirty="0"/>
          </a:p>
          <a:p>
            <a:pPr algn="l" indent="0" marL="0">
              <a:lnSpc>
                <a:spcPts val="3000"/>
              </a:lnSpc>
              <a:buNone/>
            </a:pPr>
            <a:r>
              <a:rPr lang="en-US" sz="1400" dirty="0">
                <a:solidFill>
                  <a:srgbClr val="3E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eSyms · FPL · IDTF</a:t>
            </a:r>
            <a:endParaRPr lang="en-US" sz="1400" dirty="0"/>
          </a:p>
          <a:p>
            <a:pPr algn="l" indent="0" marL="0">
              <a:lnSpc>
                <a:spcPts val="3000"/>
              </a:lnSpc>
              <a:buNone/>
            </a:pPr>
            <a:r>
              <a:rPr lang="en-US" sz="1400" dirty="0">
                <a:solidFill>
                  <a:srgbClr val="3E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Tambah lokar ubat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8494776" y="4636008"/>
            <a:ext cx="45720" cy="969264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20" name="Text 17"/>
          <p:cNvSpPr/>
          <p:nvPr/>
        </p:nvSpPr>
        <p:spPr>
          <a:xfrm>
            <a:off x="274320" y="443484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3000"/>
              </a:lnSpc>
              <a:buNone/>
            </a:pPr>
            <a:r>
              <a:rPr lang="en-US" sz="1400" dirty="0">
                <a:solidFill>
                  <a:srgbClr val="3E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VAS% naik ke 54.3%</a:t>
            </a:r>
            <a:endParaRPr lang="en-US" sz="1400" dirty="0"/>
          </a:p>
          <a:p>
            <a:pPr algn="r" indent="0" marL="0">
              <a:lnSpc>
                <a:spcPts val="3000"/>
              </a:lnSpc>
              <a:buNone/>
            </a:pPr>
            <a:r>
              <a:rPr lang="en-US" sz="1400" dirty="0">
                <a:solidFill>
                  <a:srgbClr val="3E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Kajian penolakan VAS</a:t>
            </a:r>
            <a:endParaRPr lang="en-US" sz="1400" dirty="0"/>
          </a:p>
          <a:p>
            <a:pPr algn="r" indent="0" marL="0">
              <a:lnSpc>
                <a:spcPts val="3000"/>
              </a:lnSpc>
              <a:buNone/>
            </a:pPr>
            <a:r>
              <a:rPr lang="en-US" sz="1400" dirty="0">
                <a:solidFill>
                  <a:srgbClr val="3E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Kelemahan dikenal pasti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3666744" y="4636008"/>
            <a:ext cx="45720" cy="969264"/>
          </a:xfrm>
          <a:prstGeom prst="roundRect">
            <a:avLst>
              <a:gd name="adj" fmla="val 50000"/>
            </a:avLst>
          </a:prstGeom>
          <a:solidFill>
            <a:srgbClr val="E08A3C"/>
          </a:solidFill>
          <a:ln/>
        </p:spPr>
      </p:sp>
      <p:sp>
        <p:nvSpPr>
          <p:cNvPr id="22" name="Text 19"/>
          <p:cNvSpPr/>
          <p:nvPr/>
        </p:nvSpPr>
        <p:spPr>
          <a:xfrm>
            <a:off x="274320" y="96012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3000"/>
              </a:lnSpc>
              <a:buNone/>
            </a:pPr>
            <a:r>
              <a:rPr lang="en-US" sz="1400" dirty="0">
                <a:solidFill>
                  <a:srgbClr val="3E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Kekalkan promosi &amp; servis sedia ada</a:t>
            </a:r>
            <a:endParaRPr lang="en-US" sz="1400" dirty="0"/>
          </a:p>
          <a:p>
            <a:pPr algn="r" indent="0" marL="0">
              <a:lnSpc>
                <a:spcPts val="3000"/>
              </a:lnSpc>
              <a:buNone/>
            </a:pPr>
            <a:r>
              <a:rPr lang="en-US" sz="1400" dirty="0">
                <a:solidFill>
                  <a:srgbClr val="3E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 inovasi servis baharu</a:t>
            </a:r>
            <a:endParaRPr lang="en-US" sz="1400" dirty="0"/>
          </a:p>
          <a:p>
            <a:pPr algn="r" indent="0" marL="0">
              <a:lnSpc>
                <a:spcPts val="3000"/>
              </a:lnSpc>
              <a:buNone/>
            </a:pPr>
            <a:r>
              <a:rPr lang="en-US" sz="1400" dirty="0">
                <a:solidFill>
                  <a:srgbClr val="3E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Borang pengesahan penolakan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3666744" y="1161288"/>
            <a:ext cx="45720" cy="969264"/>
          </a:xfrm>
          <a:prstGeom prst="roundRect">
            <a:avLst>
              <a:gd name="adj" fmla="val 50000"/>
            </a:avLst>
          </a:prstGeom>
          <a:solidFill>
            <a:srgbClr val="083F49"/>
          </a:solidFill>
          <a:ln/>
        </p:spPr>
      </p:sp>
      <p:sp>
        <p:nvSpPr>
          <p:cNvPr id="24" name="Text 21"/>
          <p:cNvSpPr/>
          <p:nvPr/>
        </p:nvSpPr>
        <p:spPr>
          <a:xfrm>
            <a:off x="0" y="6236208"/>
            <a:ext cx="121916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C9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Farmasi Klinik Pesakit Luar, HSIS  ·  Okt 2025 – Jun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Kitaran PDCA — Peningkatan VAS%</dc:title>
  <dc:subject>PptxGenJS Presentation</dc:subject>
  <dc:creator>Unit Farmasi Pesakit Luar, HSIS</dc:creator>
  <cp:lastModifiedBy>Unit Farmasi Pesakit Luar, HSIS</cp:lastModifiedBy>
  <cp:revision>1</cp:revision>
  <dcterms:created xsi:type="dcterms:W3CDTF">2026-09-18T10:26:55Z</dcterms:created>
  <dcterms:modified xsi:type="dcterms:W3CDTF">2026-09-18T10:26:55Z</dcterms:modified>
</cp:coreProperties>
</file>